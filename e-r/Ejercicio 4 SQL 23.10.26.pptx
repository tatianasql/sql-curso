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2F9BC-1394-BACF-0072-21DA068F3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BED04-BC95-78F3-BF20-0FD2F14B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38F27B-AD33-7985-282D-C6CE36E2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3B47F-3842-6655-DF1D-E2AA0F95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80380-3523-5D55-744C-C7CACF0A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6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C4907-AD46-9908-E2C2-EB4B0FE7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8B083-2D78-46DF-70F3-782A851F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D1F8A-3465-FFB2-A147-072DB5A7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5F73B-8296-43E8-8991-DD0C4ABE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C30F5-734D-0577-A7B4-7E88BDD8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4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A3A5F-329B-AF89-AD9E-B3C3A1D6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B47C-8093-0D6F-D408-0C09B3EC8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DD02F0-4381-00D1-5347-76766B00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9FF7D0-D22B-BC95-20F8-FFBF4E9B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048DF-DC93-D3E6-2F30-439BAD89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92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3F5F-1780-14CD-C39F-182A1116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5A3FC1-062E-DBA1-AD92-D580854E6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B3F327-8003-33F0-81BB-10EC3DF3A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63D31-B712-3C02-33D8-300C6F44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FFB87-430A-3430-C686-501B36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E05FBE-5D92-A8F0-CB9C-062880DA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2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557B6-1F60-2DB9-3046-AD44A64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404D2A-3F07-E069-9A7B-A847A867E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99D04A-319B-723C-8094-BCC95A3D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E7524F-3F22-FD01-1607-CB794CEC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D0E400-DCD3-BCAC-8694-D74A8AC83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49C723-6D95-94B4-5376-195DD680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FD44F0-FCCF-0EDC-4FD5-AD5EC31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0B4E8-5686-009B-0AB7-8DC31F7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5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2EBD-AF31-283C-9544-3145060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651E5F-F660-D818-DE45-CEEDFC7B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6DFDBD-1376-C7D8-19D6-C5A3F78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22672-3E3C-2039-4E4D-0394428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49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85818-D08B-77D4-64C6-2FAD109A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212A45-2350-F419-10D2-5D0E4C81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94D417-24F0-1A9E-9EA4-50519F41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15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23EC-6205-B63C-A564-7628BB35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B2D42D-3A26-ACAC-A292-8BF191C81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0A9CD-2E11-6630-60F4-B9E11E376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8C644-4791-C4A5-B4DD-838D4565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BE083-C7D1-905F-B4F9-5376784A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51EDA2-00D4-127B-CCC5-208EF7E0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42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8F107-BB3B-6879-AC6B-F1CED8B3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A6CB89-508C-1BA9-A87C-B437EBD85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5DE93-5247-6E50-A566-5A7914D96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80C11A-E7AB-5E7A-4002-21C777B2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F183AA-77B5-0147-65A6-88D1098E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F2D6E-3067-5F4C-04D5-1B31480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27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A3A77-1160-C488-0937-FD81A7C6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3EF2C7-4FF5-3496-D470-3C1A4D8C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13D24D-9E84-9872-E5DB-FBC0E6F7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72285-D4D7-BC3A-3384-3670B36C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15675-759B-6FC7-E59B-618D9E7C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4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783701-BAF6-172D-175A-47B4A8A43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420D5C-FD44-1D8A-8A71-B2A6C5FC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16C0E-D59E-8AF2-508E-752FA0C3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39AD1-80FF-9744-1A50-3DFABD59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D37EB-AE05-D6BC-7A1D-F303B41C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38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5A8B21-40C3-E61D-6A49-C921EB1F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D075C-7406-AB24-899E-A2DD7978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848CF-3761-FCC8-8ED8-BF96C70AF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CF5B8-4A00-26BF-D192-DC61B09E3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F5710-6E57-55BE-D240-71D24214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41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3278C9-76DD-BE6D-8753-5DFFB3E40435}"/>
              </a:ext>
            </a:extLst>
          </p:cNvPr>
          <p:cNvSpPr/>
          <p:nvPr/>
        </p:nvSpPr>
        <p:spPr>
          <a:xfrm>
            <a:off x="423594" y="398599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 AVIÓN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230C08-F2B8-8EA8-2286-E946E5FEAE29}"/>
              </a:ext>
            </a:extLst>
          </p:cNvPr>
          <p:cNvSpPr/>
          <p:nvPr/>
        </p:nvSpPr>
        <p:spPr>
          <a:xfrm>
            <a:off x="9607458" y="443446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PROGRAMA</a:t>
            </a:r>
          </a:p>
          <a:p>
            <a:pPr algn="ctr"/>
            <a:r>
              <a:rPr lang="ca-ES" dirty="0"/>
              <a:t>_VUELO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5F730A-3382-2AF7-0890-08604E34B20D}"/>
              </a:ext>
            </a:extLst>
          </p:cNvPr>
          <p:cNvSpPr/>
          <p:nvPr/>
        </p:nvSpPr>
        <p:spPr>
          <a:xfrm>
            <a:off x="5194536" y="397313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AEROPUERTO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B112DA-756D-4969-DFDE-3801D79E0DB0}"/>
              </a:ext>
            </a:extLst>
          </p:cNvPr>
          <p:cNvSpPr/>
          <p:nvPr/>
        </p:nvSpPr>
        <p:spPr>
          <a:xfrm>
            <a:off x="5194535" y="3078484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VUELO</a:t>
            </a:r>
            <a:endParaRPr lang="es-ES" dirty="0"/>
          </a:p>
        </p:txBody>
      </p:sp>
      <p:sp>
        <p:nvSpPr>
          <p:cNvPr id="12" name="Diagrama de flujo: decisión 11">
            <a:extLst>
              <a:ext uri="{FF2B5EF4-FFF2-40B4-BE49-F238E27FC236}">
                <a16:creationId xmlns:a16="http://schemas.microsoft.com/office/drawing/2014/main" id="{0335EA25-C75E-8267-0DAF-59BD2E9ECBE9}"/>
              </a:ext>
            </a:extLst>
          </p:cNvPr>
          <p:cNvSpPr/>
          <p:nvPr/>
        </p:nvSpPr>
        <p:spPr>
          <a:xfrm>
            <a:off x="2808821" y="235072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utilisa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4" name="Diagrama de flujo: decisión 13">
            <a:extLst>
              <a:ext uri="{FF2B5EF4-FFF2-40B4-BE49-F238E27FC236}">
                <a16:creationId xmlns:a16="http://schemas.microsoft.com/office/drawing/2014/main" id="{925DF426-B92D-A947-B13E-CC15C0DD74BD}"/>
              </a:ext>
            </a:extLst>
          </p:cNvPr>
          <p:cNvSpPr/>
          <p:nvPr/>
        </p:nvSpPr>
        <p:spPr>
          <a:xfrm>
            <a:off x="7400997" y="34271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B77F0EC7-DCC7-B3BF-3341-C672CD363585}"/>
              </a:ext>
            </a:extLst>
          </p:cNvPr>
          <p:cNvSpPr/>
          <p:nvPr/>
        </p:nvSpPr>
        <p:spPr>
          <a:xfrm>
            <a:off x="7379537" y="2376594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Despega</a:t>
            </a:r>
            <a:r>
              <a:rPr lang="ca-ES" sz="1400" dirty="0">
                <a:solidFill>
                  <a:schemeClr val="tx1"/>
                </a:solidFill>
              </a:rPr>
              <a:t> de 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FB28C57-D37F-66B0-2C55-71A0A3DBC983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4611742" y="2828100"/>
            <a:ext cx="582793" cy="677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E1AE7B3-2DC6-D2DD-4873-0EFF518B1EE0}"/>
              </a:ext>
            </a:extLst>
          </p:cNvPr>
          <p:cNvCxnSpPr>
            <a:stCxn id="8" idx="3"/>
          </p:cNvCxnSpPr>
          <p:nvPr/>
        </p:nvCxnSpPr>
        <p:spPr>
          <a:xfrm flipV="1">
            <a:off x="6997457" y="82432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8FC69BE-CC0F-3E44-9037-E903A8E4BEF9}"/>
              </a:ext>
            </a:extLst>
          </p:cNvPr>
          <p:cNvCxnSpPr/>
          <p:nvPr/>
        </p:nvCxnSpPr>
        <p:spPr>
          <a:xfrm flipV="1">
            <a:off x="9226962" y="82009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358E68-7FF3-521C-6DC5-43C130DA9E0E}"/>
              </a:ext>
            </a:extLst>
          </p:cNvPr>
          <p:cNvSpPr txBox="1"/>
          <p:nvPr/>
        </p:nvSpPr>
        <p:spPr>
          <a:xfrm>
            <a:off x="7025547" y="55851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073520-FEF5-E2A2-73EF-00470D85FFB4}"/>
              </a:ext>
            </a:extLst>
          </p:cNvPr>
          <p:cNvSpPr txBox="1"/>
          <p:nvPr/>
        </p:nvSpPr>
        <p:spPr>
          <a:xfrm>
            <a:off x="9145835" y="53870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A21B903-4290-A8E5-0CA1-669CFF707F21}"/>
              </a:ext>
            </a:extLst>
          </p:cNvPr>
          <p:cNvSpPr txBox="1"/>
          <p:nvPr/>
        </p:nvSpPr>
        <p:spPr>
          <a:xfrm>
            <a:off x="4493461" y="310628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DC285FF-5666-9E48-385B-49F151AFA7F4}"/>
              </a:ext>
            </a:extLst>
          </p:cNvPr>
          <p:cNvSpPr txBox="1"/>
          <p:nvPr/>
        </p:nvSpPr>
        <p:spPr>
          <a:xfrm>
            <a:off x="2205513" y="184655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67" name="Diagrama de flujo: decisión 66">
            <a:extLst>
              <a:ext uri="{FF2B5EF4-FFF2-40B4-BE49-F238E27FC236}">
                <a16:creationId xmlns:a16="http://schemas.microsoft.com/office/drawing/2014/main" id="{34169AA9-47CF-0C95-9A76-F7EEF78D23A1}"/>
              </a:ext>
            </a:extLst>
          </p:cNvPr>
          <p:cNvSpPr/>
          <p:nvPr/>
        </p:nvSpPr>
        <p:spPr>
          <a:xfrm>
            <a:off x="2795439" y="358098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>
                <a:solidFill>
                  <a:schemeClr val="tx1"/>
                </a:solidFill>
              </a:rPr>
              <a:t>Es </a:t>
            </a:r>
            <a:r>
              <a:rPr lang="ca-ES" sz="1400" dirty="0" err="1">
                <a:solidFill>
                  <a:schemeClr val="tx1"/>
                </a:solidFill>
              </a:rPr>
              <a:t>admitido</a:t>
            </a:r>
            <a:r>
              <a:rPr lang="ca-ES" sz="1400" dirty="0">
                <a:solidFill>
                  <a:schemeClr val="tx1"/>
                </a:solidFill>
              </a:rPr>
              <a:t> en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370F880-600B-3FD2-7F19-E49DEBC1C162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>
            <a:off x="2226515" y="825607"/>
            <a:ext cx="568924" cy="9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08EFED2F-516E-E46A-8173-65740D7F9CA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98360" y="824321"/>
            <a:ext cx="596176" cy="11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ángulo 89">
            <a:extLst>
              <a:ext uri="{FF2B5EF4-FFF2-40B4-BE49-F238E27FC236}">
                <a16:creationId xmlns:a16="http://schemas.microsoft.com/office/drawing/2014/main" id="{720BB9E0-70CF-6676-E224-FF0804FD9DB1}"/>
              </a:ext>
            </a:extLst>
          </p:cNvPr>
          <p:cNvSpPr/>
          <p:nvPr/>
        </p:nvSpPr>
        <p:spPr>
          <a:xfrm>
            <a:off x="5175333" y="5395321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ESCALA</a:t>
            </a:r>
          </a:p>
          <a:p>
            <a:pPr algn="ctr"/>
            <a:r>
              <a:rPr lang="es-ES" dirty="0"/>
              <a:t>_TECNICA</a:t>
            </a:r>
          </a:p>
        </p:txBody>
      </p:sp>
      <p:sp>
        <p:nvSpPr>
          <p:cNvPr id="92" name="Diagrama de flujo: decisión 91">
            <a:extLst>
              <a:ext uri="{FF2B5EF4-FFF2-40B4-BE49-F238E27FC236}">
                <a16:creationId xmlns:a16="http://schemas.microsoft.com/office/drawing/2014/main" id="{02140C13-2F3B-B368-36DB-DD2435EFAD33}"/>
              </a:ext>
            </a:extLst>
          </p:cNvPr>
          <p:cNvSpPr/>
          <p:nvPr/>
        </p:nvSpPr>
        <p:spPr>
          <a:xfrm>
            <a:off x="5174292" y="4256553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12" name="Diagrama de flujo: decisión 111">
            <a:extLst>
              <a:ext uri="{FF2B5EF4-FFF2-40B4-BE49-F238E27FC236}">
                <a16:creationId xmlns:a16="http://schemas.microsoft.com/office/drawing/2014/main" id="{A3184ABF-B943-D6A4-AADE-5345A820EF9D}"/>
              </a:ext>
            </a:extLst>
          </p:cNvPr>
          <p:cNvSpPr/>
          <p:nvPr/>
        </p:nvSpPr>
        <p:spPr>
          <a:xfrm>
            <a:off x="9607457" y="2380967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Aterriza</a:t>
            </a:r>
            <a:r>
              <a:rPr lang="ca-ES" sz="1400" dirty="0">
                <a:solidFill>
                  <a:schemeClr val="tx1"/>
                </a:solidFill>
              </a:rPr>
              <a:t> en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74D99D95-F877-5D78-E6FF-69E29BD19B6C}"/>
              </a:ext>
            </a:extLst>
          </p:cNvPr>
          <p:cNvSpPr txBox="1"/>
          <p:nvPr/>
        </p:nvSpPr>
        <p:spPr>
          <a:xfrm>
            <a:off x="2298777" y="58440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68DB997-1EC6-8D2D-0395-960E0BD9EE90}"/>
              </a:ext>
            </a:extLst>
          </p:cNvPr>
          <p:cNvSpPr txBox="1"/>
          <p:nvPr/>
        </p:nvSpPr>
        <p:spPr>
          <a:xfrm>
            <a:off x="4602315" y="57386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808F54B2-2DEF-58B1-85F4-396B8821DB38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6075753" y="3955515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166">
            <a:extLst>
              <a:ext uri="{FF2B5EF4-FFF2-40B4-BE49-F238E27FC236}">
                <a16:creationId xmlns:a16="http://schemas.microsoft.com/office/drawing/2014/main" id="{470BB7E6-C0BF-989F-6273-E4B711C0127C}"/>
              </a:ext>
            </a:extLst>
          </p:cNvPr>
          <p:cNvCxnSpPr>
            <a:cxnSpLocks/>
          </p:cNvCxnSpPr>
          <p:nvPr/>
        </p:nvCxnSpPr>
        <p:spPr>
          <a:xfrm flipH="1">
            <a:off x="6082728" y="5183962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0543BA2C-2716-6907-7CC9-CB12BDC7E8E4}"/>
              </a:ext>
            </a:extLst>
          </p:cNvPr>
          <p:cNvSpPr txBox="1"/>
          <p:nvPr/>
        </p:nvSpPr>
        <p:spPr>
          <a:xfrm>
            <a:off x="350868" y="1243519"/>
            <a:ext cx="1722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ID_MODELO</a:t>
            </a:r>
          </a:p>
          <a:p>
            <a:r>
              <a:rPr lang="es-ES" sz="1000" dirty="0"/>
              <a:t>Capacidad</a:t>
            </a:r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281B76C5-5355-33B2-15E5-616C770CDEAA}"/>
              </a:ext>
            </a:extLst>
          </p:cNvPr>
          <p:cNvSpPr txBox="1"/>
          <p:nvPr/>
        </p:nvSpPr>
        <p:spPr>
          <a:xfrm>
            <a:off x="4400888" y="1297461"/>
            <a:ext cx="1442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CÓD_AEROPUERTO </a:t>
            </a:r>
          </a:p>
          <a:p>
            <a:r>
              <a:rPr lang="es-ES" sz="1000" dirty="0"/>
              <a:t>Nombre</a:t>
            </a:r>
          </a:p>
          <a:p>
            <a:r>
              <a:rPr lang="es-ES" sz="1000" dirty="0"/>
              <a:t>Ciudad</a:t>
            </a:r>
          </a:p>
          <a:p>
            <a:r>
              <a:rPr lang="es-ES" sz="1000" dirty="0"/>
              <a:t>País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9FFAF6-8E81-D2ED-ED2B-29503A861607}"/>
              </a:ext>
            </a:extLst>
          </p:cNvPr>
          <p:cNvSpPr txBox="1"/>
          <p:nvPr/>
        </p:nvSpPr>
        <p:spPr>
          <a:xfrm>
            <a:off x="10599097" y="1312840"/>
            <a:ext cx="1242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NUM_VUELO </a:t>
            </a:r>
          </a:p>
          <a:p>
            <a:pPr algn="r"/>
            <a:r>
              <a:rPr lang="es-ES" sz="1000" dirty="0"/>
              <a:t>línea aérea</a:t>
            </a:r>
          </a:p>
          <a:p>
            <a:pPr algn="r"/>
            <a:r>
              <a:rPr lang="es-ES" sz="1000" dirty="0"/>
              <a:t> días de la semana</a:t>
            </a:r>
            <a:r>
              <a:rPr lang="pt-BR" sz="1000" dirty="0"/>
              <a:t>)</a:t>
            </a:r>
            <a:endParaRPr lang="es-ES" sz="1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C44192-F193-50D6-1154-7809DE8DC58D}"/>
              </a:ext>
            </a:extLst>
          </p:cNvPr>
          <p:cNvSpPr txBox="1"/>
          <p:nvPr/>
        </p:nvSpPr>
        <p:spPr>
          <a:xfrm>
            <a:off x="6576829" y="3901824"/>
            <a:ext cx="1722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ID_VUELO</a:t>
            </a:r>
          </a:p>
          <a:p>
            <a:r>
              <a:rPr lang="es-ES" sz="1000" dirty="0"/>
              <a:t>Fecha</a:t>
            </a:r>
          </a:p>
          <a:p>
            <a:r>
              <a:rPr lang="es-ES" sz="1000" dirty="0"/>
              <a:t>plazas vacías</a:t>
            </a:r>
          </a:p>
          <a:p>
            <a:r>
              <a:rPr lang="es-ES" sz="1000" dirty="0"/>
              <a:t>modelo de avión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69AD93A-73B0-06A0-751B-25A08DF1A044}"/>
              </a:ext>
            </a:extLst>
          </p:cNvPr>
          <p:cNvSpPr txBox="1"/>
          <p:nvPr/>
        </p:nvSpPr>
        <p:spPr>
          <a:xfrm>
            <a:off x="5959578" y="6200507"/>
            <a:ext cx="2131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ID_ESCALA</a:t>
            </a:r>
          </a:p>
          <a:p>
            <a:r>
              <a:rPr lang="es-ES" sz="1000" dirty="0"/>
              <a:t> número de orden</a:t>
            </a:r>
          </a:p>
        </p:txBody>
      </p:sp>
      <p:sp>
        <p:nvSpPr>
          <p:cNvPr id="47" name="Diagrama de flujo: decisión 46">
            <a:extLst>
              <a:ext uri="{FF2B5EF4-FFF2-40B4-BE49-F238E27FC236}">
                <a16:creationId xmlns:a16="http://schemas.microsoft.com/office/drawing/2014/main" id="{8FC91AAF-39C5-9DF8-00C5-50F7AD5225F6}"/>
              </a:ext>
            </a:extLst>
          </p:cNvPr>
          <p:cNvSpPr/>
          <p:nvPr/>
        </p:nvSpPr>
        <p:spPr>
          <a:xfrm>
            <a:off x="2795438" y="4261824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chemeClr val="tx1"/>
                </a:solidFill>
              </a:rPr>
              <a:t>Se </a:t>
            </a:r>
            <a:r>
              <a:rPr lang="ca-ES" sz="1200" dirty="0" err="1">
                <a:solidFill>
                  <a:schemeClr val="tx1"/>
                </a:solidFill>
              </a:rPr>
              <a:t>realiza</a:t>
            </a:r>
            <a:r>
              <a:rPr lang="ca-ES" sz="1200" dirty="0">
                <a:solidFill>
                  <a:schemeClr val="tx1"/>
                </a:solidFill>
              </a:rPr>
              <a:t> en</a:t>
            </a:r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AC1EA9AD-B4E2-45EE-E7A9-B218EA445DB3}"/>
              </a:ext>
            </a:extLst>
          </p:cNvPr>
          <p:cNvSpPr txBox="1"/>
          <p:nvPr/>
        </p:nvSpPr>
        <p:spPr>
          <a:xfrm>
            <a:off x="7805138" y="420750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25" name="Diagrama de flujo: decisión 24">
            <a:extLst>
              <a:ext uri="{FF2B5EF4-FFF2-40B4-BE49-F238E27FC236}">
                <a16:creationId xmlns:a16="http://schemas.microsoft.com/office/drawing/2014/main" id="{586D5865-0CC3-34E0-5ABA-6F96C665DA86}"/>
              </a:ext>
            </a:extLst>
          </p:cNvPr>
          <p:cNvSpPr/>
          <p:nvPr/>
        </p:nvSpPr>
        <p:spPr>
          <a:xfrm>
            <a:off x="5198869" y="1755803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41F45A9-5B8C-9F70-3E7B-ECFD6B884E38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2226515" y="825607"/>
            <a:ext cx="582306" cy="2002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6476AD90-B197-D1FD-444C-09944014BC43}"/>
              </a:ext>
            </a:extLst>
          </p:cNvPr>
          <p:cNvCxnSpPr>
            <a:stCxn id="8" idx="2"/>
            <a:endCxn id="25" idx="0"/>
          </p:cNvCxnSpPr>
          <p:nvPr/>
        </p:nvCxnSpPr>
        <p:spPr>
          <a:xfrm>
            <a:off x="6095997" y="1251328"/>
            <a:ext cx="4333" cy="504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FBFFE186-4893-600B-DEEB-AFACAB0F7223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6095996" y="2710545"/>
            <a:ext cx="4334" cy="367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36D1930-BEE2-55AB-1DDA-215FBEA7F1EA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8280998" y="1297461"/>
            <a:ext cx="2227921" cy="10791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D14CC2E-82CE-6C30-2984-038425228602}"/>
              </a:ext>
            </a:extLst>
          </p:cNvPr>
          <p:cNvCxnSpPr>
            <a:stCxn id="7" idx="2"/>
            <a:endCxn id="112" idx="0"/>
          </p:cNvCxnSpPr>
          <p:nvPr/>
        </p:nvCxnSpPr>
        <p:spPr>
          <a:xfrm flipH="1">
            <a:off x="10508918" y="1297461"/>
            <a:ext cx="1" cy="1083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3225C693-EBE0-6046-E3F3-8D3366DB4383}"/>
              </a:ext>
            </a:extLst>
          </p:cNvPr>
          <p:cNvCxnSpPr>
            <a:cxnSpLocks/>
            <a:stCxn id="47" idx="0"/>
            <a:endCxn id="9" idx="3"/>
          </p:cNvCxnSpPr>
          <p:nvPr/>
        </p:nvCxnSpPr>
        <p:spPr>
          <a:xfrm flipV="1">
            <a:off x="3696899" y="3505492"/>
            <a:ext cx="3300557" cy="756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6EA1D094-E53E-58D0-0D0E-712ECA30B8F9}"/>
              </a:ext>
            </a:extLst>
          </p:cNvPr>
          <p:cNvCxnSpPr>
            <a:cxnSpLocks/>
            <a:stCxn id="90" idx="1"/>
            <a:endCxn id="47" idx="2"/>
          </p:cNvCxnSpPr>
          <p:nvPr/>
        </p:nvCxnSpPr>
        <p:spPr>
          <a:xfrm flipH="1" flipV="1">
            <a:off x="3696899" y="5216566"/>
            <a:ext cx="1478434" cy="605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EA54D6A-3D83-BA96-AEEB-7B1B7298D9E3}"/>
              </a:ext>
            </a:extLst>
          </p:cNvPr>
          <p:cNvSpPr txBox="1"/>
          <p:nvPr/>
        </p:nvSpPr>
        <p:spPr>
          <a:xfrm>
            <a:off x="8782810" y="1724673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9BFCAC9-3439-2CE6-BB2B-105413E959B6}"/>
              </a:ext>
            </a:extLst>
          </p:cNvPr>
          <p:cNvSpPr txBox="1"/>
          <p:nvPr/>
        </p:nvSpPr>
        <p:spPr>
          <a:xfrm>
            <a:off x="10203977" y="1689402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7DBE6F1D-252B-22BE-EDDD-CEC6AAD9245F}"/>
              </a:ext>
            </a:extLst>
          </p:cNvPr>
          <p:cNvCxnSpPr>
            <a:stCxn id="15" idx="2"/>
            <a:endCxn id="90" idx="3"/>
          </p:cNvCxnSpPr>
          <p:nvPr/>
        </p:nvCxnSpPr>
        <p:spPr>
          <a:xfrm flipH="1">
            <a:off x="6978254" y="3331336"/>
            <a:ext cx="1302744" cy="2490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8FDD7AE2-24D5-AC2D-FB8A-28A16D2727CC}"/>
              </a:ext>
            </a:extLst>
          </p:cNvPr>
          <p:cNvCxnSpPr>
            <a:stCxn id="112" idx="2"/>
            <a:endCxn id="90" idx="3"/>
          </p:cNvCxnSpPr>
          <p:nvPr/>
        </p:nvCxnSpPr>
        <p:spPr>
          <a:xfrm flipH="1">
            <a:off x="6978254" y="3335709"/>
            <a:ext cx="3530664" cy="2486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5167DA58-D726-3927-EF86-1814C6B727CD}"/>
              </a:ext>
            </a:extLst>
          </p:cNvPr>
          <p:cNvSpPr txBox="1"/>
          <p:nvPr/>
        </p:nvSpPr>
        <p:spPr>
          <a:xfrm>
            <a:off x="9815725" y="3955515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05EFC1FD-6735-A78A-65BC-FB81AFA573BE}"/>
              </a:ext>
            </a:extLst>
          </p:cNvPr>
          <p:cNvSpPr txBox="1"/>
          <p:nvPr/>
        </p:nvSpPr>
        <p:spPr>
          <a:xfrm>
            <a:off x="6100790" y="1440408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109A5564-1829-FC04-FE4B-714F0EF45959}"/>
              </a:ext>
            </a:extLst>
          </p:cNvPr>
          <p:cNvSpPr txBox="1"/>
          <p:nvPr/>
        </p:nvSpPr>
        <p:spPr>
          <a:xfrm>
            <a:off x="6095995" y="270030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4BC8E4D0-5D7C-CEFF-E34B-203EE607F4DA}"/>
              </a:ext>
            </a:extLst>
          </p:cNvPr>
          <p:cNvSpPr txBox="1"/>
          <p:nvPr/>
        </p:nvSpPr>
        <p:spPr>
          <a:xfrm>
            <a:off x="6057123" y="403322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1FB89AC8-E2C9-7C4D-F7B1-85E1ADDF8BA7}"/>
              </a:ext>
            </a:extLst>
          </p:cNvPr>
          <p:cNvSpPr txBox="1"/>
          <p:nvPr/>
        </p:nvSpPr>
        <p:spPr>
          <a:xfrm>
            <a:off x="6109801" y="517542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776D91AA-7134-5857-B927-C40314BBCEBB}"/>
              </a:ext>
            </a:extLst>
          </p:cNvPr>
          <p:cNvSpPr txBox="1"/>
          <p:nvPr/>
        </p:nvSpPr>
        <p:spPr>
          <a:xfrm>
            <a:off x="3983682" y="386892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8D7AC37A-4B3C-D7C0-20A8-3722A8116D0D}"/>
              </a:ext>
            </a:extLst>
          </p:cNvPr>
          <p:cNvSpPr txBox="1"/>
          <p:nvPr/>
        </p:nvSpPr>
        <p:spPr>
          <a:xfrm>
            <a:off x="4110255" y="501844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46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128</Words>
  <Application>Microsoft Office PowerPoint</Application>
  <PresentationFormat>Panorámica</PresentationFormat>
  <Paragraphs>46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74</cp:revision>
  <dcterms:created xsi:type="dcterms:W3CDTF">2026-10-20T16:43:21Z</dcterms:created>
  <dcterms:modified xsi:type="dcterms:W3CDTF">2026-10-23T17:15:29Z</dcterms:modified>
</cp:coreProperties>
</file>