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0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2F9BC-1394-BACF-0072-21DA068F3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BED04-BC95-78F3-BF20-0FD2F14B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38F27B-AD33-7985-282D-C6CE36E2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63B47F-3842-6655-DF1D-E2AA0F95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780380-3523-5D55-744C-C7CACF0A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6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C4907-AD46-9908-E2C2-EB4B0FE7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68B083-2D78-46DF-70F3-782A851F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D1F8A-3465-FFB2-A147-072DB5A79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5F73B-8296-43E8-8991-DD0C4ABE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FC30F5-734D-0577-A7B4-7E88BDD8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24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A3A5F-329B-AF89-AD9E-B3C3A1D6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C0B47C-8093-0D6F-D408-0C09B3EC8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DD02F0-4381-00D1-5347-76766B00F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9FF7D0-D22B-BC95-20F8-FFBF4E9B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048DF-DC93-D3E6-2F30-439BAD89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928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33F5F-1780-14CD-C39F-182A1116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5A3FC1-062E-DBA1-AD92-D580854E6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B3F327-8003-33F0-81BB-10EC3DF3A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63D31-B712-3C02-33D8-300C6F44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9FFB87-430A-3430-C686-501B36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E05FBE-5D92-A8F0-CB9C-062880DA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2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557B6-1F60-2DB9-3046-AD44A644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404D2A-3F07-E069-9A7B-A847A867E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99D04A-319B-723C-8094-BCC95A3D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E7524F-3F22-FD01-1607-CB794CEC1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D0E400-DCD3-BCAC-8694-D74A8AC83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49C723-6D95-94B4-5376-195DD680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FD44F0-FCCF-0EDC-4FD5-AD5EC315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0B4E8-5686-009B-0AB7-8DC31F7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05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2EBD-AF31-283C-9544-3145060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651E5F-F660-D818-DE45-CEEDFC7B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16DFDBD-1376-C7D8-19D6-C5A3F78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22672-3E3C-2039-4E4D-0394428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49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85818-D08B-77D4-64C6-2FAD109A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212A45-2350-F419-10D2-5D0E4C81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94D417-24F0-1A9E-9EA4-50519F41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15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23EC-6205-B63C-A564-7628BB35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B2D42D-3A26-ACAC-A292-8BF191C81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B0A9CD-2E11-6630-60F4-B9E11E376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8C644-4791-C4A5-B4DD-838D4565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BE083-C7D1-905F-B4F9-5376784A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51EDA2-00D4-127B-CCC5-208EF7E0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42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8F107-BB3B-6879-AC6B-F1CED8B3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A6CB89-508C-1BA9-A87C-B437EBD85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5DE93-5247-6E50-A566-5A7914D96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80C11A-E7AB-5E7A-4002-21C777B2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F183AA-77B5-0147-65A6-88D1098E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4F2D6E-3067-5F4C-04D5-1B31480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027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A3A77-1160-C488-0937-FD81A7C6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3EF2C7-4FF5-3496-D470-3C1A4D8C1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13D24D-9E84-9872-E5DB-FBC0E6F7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572285-D4D7-BC3A-3384-3670B36C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15675-759B-6FC7-E59B-618D9E7C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84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783701-BAF6-172D-175A-47B4A8A43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420D5C-FD44-1D8A-8A71-B2A6C5FCE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16C0E-D59E-8AF2-508E-752FA0C3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439AD1-80FF-9744-1A50-3DFABD59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D37EB-AE05-D6BC-7A1D-F303B41C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938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5A8B21-40C3-E61D-6A49-C921EB1F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D075C-7406-AB24-899E-A2DD79785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848CF-3761-FCC8-8ED8-BF96C70AF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5FB29-6D47-431C-AFF2-ED618F7FC495}" type="datetimeFigureOut">
              <a:rPr lang="es-ES" smtClean="0"/>
              <a:t>20/10/2026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5CF5B8-4A00-26BF-D192-DC61B09E3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F5710-6E57-55BE-D240-71D24214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5908C-7B0C-4D8D-A9C4-1F784481A2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41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3278C9-76DD-BE6D-8753-5DFFB3E40435}"/>
              </a:ext>
            </a:extLst>
          </p:cNvPr>
          <p:cNvSpPr/>
          <p:nvPr/>
        </p:nvSpPr>
        <p:spPr>
          <a:xfrm>
            <a:off x="427007" y="3198931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FABRICA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09001B-6677-3708-EF73-923338E065CE}"/>
              </a:ext>
            </a:extLst>
          </p:cNvPr>
          <p:cNvSpPr/>
          <p:nvPr/>
        </p:nvSpPr>
        <p:spPr>
          <a:xfrm>
            <a:off x="427007" y="5414080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ARTICULO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0B9A53-B711-735D-BB56-DEB795B18A05}"/>
              </a:ext>
            </a:extLst>
          </p:cNvPr>
          <p:cNvSpPr/>
          <p:nvPr/>
        </p:nvSpPr>
        <p:spPr>
          <a:xfrm>
            <a:off x="5194536" y="3144536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PEDIDO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230C08-F2B8-8EA8-2286-E946E5FEAE29}"/>
              </a:ext>
            </a:extLst>
          </p:cNvPr>
          <p:cNvSpPr/>
          <p:nvPr/>
        </p:nvSpPr>
        <p:spPr>
          <a:xfrm>
            <a:off x="9607458" y="443446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DIRECION ENVIO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5F730A-3382-2AF7-0890-08604E34B20D}"/>
              </a:ext>
            </a:extLst>
          </p:cNvPr>
          <p:cNvSpPr/>
          <p:nvPr/>
        </p:nvSpPr>
        <p:spPr>
          <a:xfrm>
            <a:off x="5194536" y="397313"/>
            <a:ext cx="1802921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CLIENTE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B112DA-756D-4969-DFDE-3801D79E0DB0}"/>
              </a:ext>
            </a:extLst>
          </p:cNvPr>
          <p:cNvSpPr/>
          <p:nvPr/>
        </p:nvSpPr>
        <p:spPr>
          <a:xfrm>
            <a:off x="4748843" y="5375914"/>
            <a:ext cx="2694318" cy="854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/>
              <a:t>CUERPO O LINEA</a:t>
            </a:r>
            <a:endParaRPr lang="es-ES" dirty="0"/>
          </a:p>
        </p:txBody>
      </p:sp>
      <p:sp>
        <p:nvSpPr>
          <p:cNvPr id="10" name="Diagrama de flujo: decisión 9">
            <a:extLst>
              <a:ext uri="{FF2B5EF4-FFF2-40B4-BE49-F238E27FC236}">
                <a16:creationId xmlns:a16="http://schemas.microsoft.com/office/drawing/2014/main" id="{7B542521-A60D-4C06-9B1B-1D2EFE2244A1}"/>
              </a:ext>
            </a:extLst>
          </p:cNvPr>
          <p:cNvSpPr/>
          <p:nvPr/>
        </p:nvSpPr>
        <p:spPr>
          <a:xfrm>
            <a:off x="5194535" y="173663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realiza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a16:creationId xmlns:a16="http://schemas.microsoft.com/office/drawing/2014/main" id="{5AD8DFA2-7C75-D3A6-388E-E0903A9CA5D5}"/>
              </a:ext>
            </a:extLst>
          </p:cNvPr>
          <p:cNvSpPr/>
          <p:nvPr/>
        </p:nvSpPr>
        <p:spPr>
          <a:xfrm>
            <a:off x="5194539" y="4235043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tiene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2" name="Diagrama de flujo: decisión 11">
            <a:extLst>
              <a:ext uri="{FF2B5EF4-FFF2-40B4-BE49-F238E27FC236}">
                <a16:creationId xmlns:a16="http://schemas.microsoft.com/office/drawing/2014/main" id="{0335EA25-C75E-8267-0DAF-59BD2E9ECBE9}"/>
              </a:ext>
            </a:extLst>
          </p:cNvPr>
          <p:cNvSpPr/>
          <p:nvPr/>
        </p:nvSpPr>
        <p:spPr>
          <a:xfrm>
            <a:off x="2587925" y="5325550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aparece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3" name="Diagrama de flujo: decisión 12">
            <a:extLst>
              <a:ext uri="{FF2B5EF4-FFF2-40B4-BE49-F238E27FC236}">
                <a16:creationId xmlns:a16="http://schemas.microsoft.com/office/drawing/2014/main" id="{B4CE1431-04BD-257C-71A5-8C943FA03656}"/>
              </a:ext>
            </a:extLst>
          </p:cNvPr>
          <p:cNvSpPr/>
          <p:nvPr/>
        </p:nvSpPr>
        <p:spPr>
          <a:xfrm>
            <a:off x="424344" y="4239076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Distri-buen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4" name="Diagrama de flujo: decisión 13">
            <a:extLst>
              <a:ext uri="{FF2B5EF4-FFF2-40B4-BE49-F238E27FC236}">
                <a16:creationId xmlns:a16="http://schemas.microsoft.com/office/drawing/2014/main" id="{925DF426-B92D-A947-B13E-CC15C0DD74BD}"/>
              </a:ext>
            </a:extLst>
          </p:cNvPr>
          <p:cNvSpPr/>
          <p:nvPr/>
        </p:nvSpPr>
        <p:spPr>
          <a:xfrm>
            <a:off x="7400997" y="34271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>
                <a:solidFill>
                  <a:schemeClr val="tx1"/>
                </a:solidFill>
              </a:rPr>
              <a:t>tiene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B77F0EC7-DCC7-B3BF-3341-C672CD363585}"/>
              </a:ext>
            </a:extLst>
          </p:cNvPr>
          <p:cNvSpPr/>
          <p:nvPr/>
        </p:nvSpPr>
        <p:spPr>
          <a:xfrm>
            <a:off x="8093050" y="2710709"/>
            <a:ext cx="1802921" cy="95474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>
                <a:solidFill>
                  <a:schemeClr val="tx1"/>
                </a:solidFill>
              </a:rPr>
              <a:t>se envia</a:t>
            </a:r>
            <a:endParaRPr lang="es-ES" dirty="0">
              <a:solidFill>
                <a:schemeClr val="tx1"/>
              </a:solidFill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9042099-666D-2A2B-62C6-6C2E686D3474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1325805" y="4052946"/>
            <a:ext cx="2663" cy="1861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79C3C05-2902-1C49-8C01-833103226B81}"/>
              </a:ext>
            </a:extLst>
          </p:cNvPr>
          <p:cNvCxnSpPr>
            <a:stCxn id="13" idx="2"/>
            <a:endCxn id="5" idx="0"/>
          </p:cNvCxnSpPr>
          <p:nvPr/>
        </p:nvCxnSpPr>
        <p:spPr>
          <a:xfrm>
            <a:off x="1325805" y="5193818"/>
            <a:ext cx="2663" cy="2202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566A171-12D5-11DD-2159-130196ABE694}"/>
              </a:ext>
            </a:extLst>
          </p:cNvPr>
          <p:cNvCxnSpPr>
            <a:cxnSpLocks/>
          </p:cNvCxnSpPr>
          <p:nvPr/>
        </p:nvCxnSpPr>
        <p:spPr>
          <a:xfrm flipV="1">
            <a:off x="2227265" y="5802920"/>
            <a:ext cx="35533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FB28C57-D37F-66B0-2C55-71A0A3DBC983}"/>
              </a:ext>
            </a:extLst>
          </p:cNvPr>
          <p:cNvCxnSpPr>
            <a:cxnSpLocks/>
          </p:cNvCxnSpPr>
          <p:nvPr/>
        </p:nvCxnSpPr>
        <p:spPr>
          <a:xfrm flipV="1">
            <a:off x="4390846" y="5802920"/>
            <a:ext cx="355334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93C2994-CEAA-6AC6-F1CE-CD9501CEC207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6096000" y="5193818"/>
            <a:ext cx="2" cy="1820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D83C7085-33B7-F670-06C5-937945426687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6095997" y="3998551"/>
            <a:ext cx="2" cy="222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548EEF81-B2FD-E021-0EB7-90F61B3AB623}"/>
              </a:ext>
            </a:extLst>
          </p:cNvPr>
          <p:cNvCxnSpPr>
            <a:endCxn id="6" idx="0"/>
          </p:cNvCxnSpPr>
          <p:nvPr/>
        </p:nvCxnSpPr>
        <p:spPr>
          <a:xfrm>
            <a:off x="6095996" y="2698370"/>
            <a:ext cx="1" cy="4461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3139D06-C362-7276-31B9-822703DB39D5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6095996" y="1251328"/>
            <a:ext cx="1" cy="4853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E1AE7B3-2DC6-D2DD-4873-0EFF518B1EE0}"/>
              </a:ext>
            </a:extLst>
          </p:cNvPr>
          <p:cNvCxnSpPr>
            <a:stCxn id="8" idx="3"/>
          </p:cNvCxnSpPr>
          <p:nvPr/>
        </p:nvCxnSpPr>
        <p:spPr>
          <a:xfrm flipV="1">
            <a:off x="6997457" y="82432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8FC69BE-CC0F-3E44-9037-E903A8E4BEF9}"/>
              </a:ext>
            </a:extLst>
          </p:cNvPr>
          <p:cNvCxnSpPr/>
          <p:nvPr/>
        </p:nvCxnSpPr>
        <p:spPr>
          <a:xfrm flipV="1">
            <a:off x="9226962" y="820090"/>
            <a:ext cx="40354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358E68-7FF3-521C-6DC5-43C130DA9E0E}"/>
              </a:ext>
            </a:extLst>
          </p:cNvPr>
          <p:cNvSpPr txBox="1"/>
          <p:nvPr/>
        </p:nvSpPr>
        <p:spPr>
          <a:xfrm>
            <a:off x="7025547" y="55851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4073520-FEF5-E2A2-73EF-00470D85FFB4}"/>
              </a:ext>
            </a:extLst>
          </p:cNvPr>
          <p:cNvSpPr txBox="1"/>
          <p:nvPr/>
        </p:nvSpPr>
        <p:spPr>
          <a:xfrm>
            <a:off x="9145835" y="53870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08C27BB-63DF-CA2C-9D22-D9ABB1458F11}"/>
              </a:ext>
            </a:extLst>
          </p:cNvPr>
          <p:cNvSpPr txBox="1"/>
          <p:nvPr/>
        </p:nvSpPr>
        <p:spPr>
          <a:xfrm>
            <a:off x="8093050" y="96498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</a:t>
            </a:r>
            <a:r>
              <a:rPr lang="ca-ES" sz="10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n,n</a:t>
            </a:r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D9E81B4-FA89-E3A2-3961-A1EC8E7723BD}"/>
              </a:ext>
            </a:extLst>
          </p:cNvPr>
          <p:cNvCxnSpPr>
            <a:stCxn id="6" idx="3"/>
            <a:endCxn id="15" idx="1"/>
          </p:cNvCxnSpPr>
          <p:nvPr/>
        </p:nvCxnSpPr>
        <p:spPr>
          <a:xfrm flipV="1">
            <a:off x="6997457" y="3188080"/>
            <a:ext cx="1095593" cy="383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D8367C2-874F-CAD7-C3C9-59BC8A1A53C9}"/>
              </a:ext>
            </a:extLst>
          </p:cNvPr>
          <p:cNvCxnSpPr>
            <a:stCxn id="15" idx="3"/>
            <a:endCxn id="7" idx="2"/>
          </p:cNvCxnSpPr>
          <p:nvPr/>
        </p:nvCxnSpPr>
        <p:spPr>
          <a:xfrm flipV="1">
            <a:off x="9895971" y="1297461"/>
            <a:ext cx="612948" cy="1890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76F1D24-783C-0C96-742E-8FC385423F87}"/>
              </a:ext>
            </a:extLst>
          </p:cNvPr>
          <p:cNvSpPr txBox="1"/>
          <p:nvPr/>
        </p:nvSpPr>
        <p:spPr>
          <a:xfrm rot="20541665">
            <a:off x="7213394" y="315925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C4F4949-7DF2-E0AE-F7FE-AC143061A8BE}"/>
              </a:ext>
            </a:extLst>
          </p:cNvPr>
          <p:cNvSpPr txBox="1"/>
          <p:nvPr/>
        </p:nvSpPr>
        <p:spPr>
          <a:xfrm rot="17519760">
            <a:off x="9841532" y="199603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EB12AD5-0F5A-D8B6-6B0A-B7B7FBE9CF25}"/>
              </a:ext>
            </a:extLst>
          </p:cNvPr>
          <p:cNvSpPr txBox="1"/>
          <p:nvPr/>
        </p:nvSpPr>
        <p:spPr>
          <a:xfrm>
            <a:off x="8798051" y="240619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</a:rPr>
              <a:t>(1,n)</a:t>
            </a:r>
            <a:endParaRPr lang="es-ES" sz="1000" b="1" dirty="0">
              <a:solidFill>
                <a:srgbClr val="C0000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D7B232-8920-684E-BD56-99F620C73694}"/>
              </a:ext>
            </a:extLst>
          </p:cNvPr>
          <p:cNvSpPr txBox="1"/>
          <p:nvPr/>
        </p:nvSpPr>
        <p:spPr>
          <a:xfrm>
            <a:off x="6194146" y="5147222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C06AB8F-3036-E244-1C38-FD326CFB2BA2}"/>
              </a:ext>
            </a:extLst>
          </p:cNvPr>
          <p:cNvSpPr txBox="1"/>
          <p:nvPr/>
        </p:nvSpPr>
        <p:spPr>
          <a:xfrm>
            <a:off x="6095995" y="4045875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(1,1)</a:t>
            </a:r>
            <a:endParaRPr lang="es-ES" sz="10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9F04625-B37C-894A-948E-473F1975D626}"/>
              </a:ext>
            </a:extLst>
          </p:cNvPr>
          <p:cNvSpPr txBox="1"/>
          <p:nvPr/>
        </p:nvSpPr>
        <p:spPr>
          <a:xfrm>
            <a:off x="6953542" y="4582000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</a:rPr>
              <a:t>(1,n)</a:t>
            </a:r>
            <a:endParaRPr lang="es-ES" sz="1000" b="1" dirty="0">
              <a:solidFill>
                <a:srgbClr val="C0000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A21B903-4290-A8E5-0CA1-669CFF707F21}"/>
              </a:ext>
            </a:extLst>
          </p:cNvPr>
          <p:cNvSpPr txBox="1"/>
          <p:nvPr/>
        </p:nvSpPr>
        <p:spPr>
          <a:xfrm>
            <a:off x="4308660" y="5556699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(0,n)</a:t>
            </a:r>
            <a:endParaRPr lang="es-ES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DC285FF-5666-9E48-385B-49F151AFA7F4}"/>
              </a:ext>
            </a:extLst>
          </p:cNvPr>
          <p:cNvSpPr txBox="1"/>
          <p:nvPr/>
        </p:nvSpPr>
        <p:spPr>
          <a:xfrm>
            <a:off x="2227265" y="5517026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14064CC-7063-897E-6F42-C6054CA4A0F0}"/>
              </a:ext>
            </a:extLst>
          </p:cNvPr>
          <p:cNvSpPr txBox="1"/>
          <p:nvPr/>
        </p:nvSpPr>
        <p:spPr>
          <a:xfrm>
            <a:off x="3241601" y="5038645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</a:t>
            </a:r>
            <a:r>
              <a:rPr lang="ca-ES" sz="10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n,n</a:t>
            </a:r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6D7F97E-4EAD-F448-B94B-82B370D43046}"/>
              </a:ext>
            </a:extLst>
          </p:cNvPr>
          <p:cNvSpPr txBox="1"/>
          <p:nvPr/>
        </p:nvSpPr>
        <p:spPr>
          <a:xfrm>
            <a:off x="906908" y="5131082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22EE2FF-0F04-5A45-72C4-41B79B7AE609}"/>
              </a:ext>
            </a:extLst>
          </p:cNvPr>
          <p:cNvSpPr txBox="1"/>
          <p:nvPr/>
        </p:nvSpPr>
        <p:spPr>
          <a:xfrm>
            <a:off x="890618" y="4035304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/>
              <a:t>(1,n)</a:t>
            </a:r>
            <a:endParaRPr lang="es-ES" sz="10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60057EC-98D0-E29C-3080-BC7A1B55378C}"/>
              </a:ext>
            </a:extLst>
          </p:cNvPr>
          <p:cNvSpPr txBox="1"/>
          <p:nvPr/>
        </p:nvSpPr>
        <p:spPr>
          <a:xfrm>
            <a:off x="2194574" y="4601178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(</a:t>
            </a:r>
            <a:r>
              <a:rPr lang="ca-ES" sz="1000" b="1" dirty="0" err="1">
                <a:solidFill>
                  <a:srgbClr val="C00000"/>
                </a:solidFill>
                <a:highlight>
                  <a:srgbClr val="FFFF00"/>
                </a:highlight>
              </a:rPr>
              <a:t>n,n</a:t>
            </a:r>
            <a:r>
              <a:rPr lang="ca-ES" sz="1000" b="1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endParaRPr lang="es-ES" sz="10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984D5B8A-D9E1-8396-F360-BE075E151DF5}"/>
              </a:ext>
            </a:extLst>
          </p:cNvPr>
          <p:cNvSpPr/>
          <p:nvPr/>
        </p:nvSpPr>
        <p:spPr>
          <a:xfrm>
            <a:off x="4779722" y="320335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3941A26-F7EA-F5DE-FA81-DF4A95E13A38}"/>
              </a:ext>
            </a:extLst>
          </p:cNvPr>
          <p:cNvSpPr/>
          <p:nvPr/>
        </p:nvSpPr>
        <p:spPr>
          <a:xfrm>
            <a:off x="4780895" y="630731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5E917C3-3C67-0E8F-D7EC-39C39892CD85}"/>
              </a:ext>
            </a:extLst>
          </p:cNvPr>
          <p:cNvSpPr txBox="1"/>
          <p:nvPr/>
        </p:nvSpPr>
        <p:spPr>
          <a:xfrm>
            <a:off x="4266762" y="290028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id</a:t>
            </a:r>
            <a:endParaRPr lang="es-ES" sz="10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15824C1-D5E2-1F6D-47E8-AEF2B418D336}"/>
              </a:ext>
            </a:extLst>
          </p:cNvPr>
          <p:cNvSpPr txBox="1"/>
          <p:nvPr/>
        </p:nvSpPr>
        <p:spPr>
          <a:xfrm>
            <a:off x="4275461" y="629314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/>
              <a:t>saldo</a:t>
            </a:r>
            <a:endParaRPr lang="es-ES" sz="1000" dirty="0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AA15503-48DF-2839-46C0-883D7ADF71BD}"/>
              </a:ext>
            </a:extLst>
          </p:cNvPr>
          <p:cNvSpPr/>
          <p:nvPr/>
        </p:nvSpPr>
        <p:spPr>
          <a:xfrm>
            <a:off x="4784433" y="910724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CB3C5F2-C5FA-0BE8-E940-3E46B3FDAD93}"/>
              </a:ext>
            </a:extLst>
          </p:cNvPr>
          <p:cNvSpPr txBox="1"/>
          <p:nvPr/>
        </p:nvSpPr>
        <p:spPr>
          <a:xfrm>
            <a:off x="4147932" y="924247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credito</a:t>
            </a:r>
            <a:endParaRPr lang="es-ES" sz="1000" dirty="0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BA56D155-C1D8-FC71-8899-B9E382CA302B}"/>
              </a:ext>
            </a:extLst>
          </p:cNvPr>
          <p:cNvSpPr/>
          <p:nvPr/>
        </p:nvSpPr>
        <p:spPr>
          <a:xfrm>
            <a:off x="4787458" y="1207534"/>
            <a:ext cx="259853" cy="246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D7FE07B-9EEC-4A59-A90F-EB760F114559}"/>
              </a:ext>
            </a:extLst>
          </p:cNvPr>
          <p:cNvSpPr txBox="1"/>
          <p:nvPr/>
        </p:nvSpPr>
        <p:spPr>
          <a:xfrm>
            <a:off x="4131484" y="1207534"/>
            <a:ext cx="6778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dcto</a:t>
            </a:r>
            <a:endParaRPr lang="es-ES" sz="1000" dirty="0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B5B61370-435F-E324-4A0B-235396C88ECC}"/>
              </a:ext>
            </a:extLst>
          </p:cNvPr>
          <p:cNvSpPr/>
          <p:nvPr/>
        </p:nvSpPr>
        <p:spPr>
          <a:xfrm>
            <a:off x="774792" y="2721688"/>
            <a:ext cx="259853" cy="246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36632FF-41F3-20D8-D37E-77B2C323EBCC}"/>
              </a:ext>
            </a:extLst>
          </p:cNvPr>
          <p:cNvSpPr txBox="1"/>
          <p:nvPr/>
        </p:nvSpPr>
        <p:spPr>
          <a:xfrm>
            <a:off x="261832" y="2691381"/>
            <a:ext cx="5197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1000" dirty="0" err="1"/>
              <a:t>num</a:t>
            </a:r>
            <a:endParaRPr lang="es-ES" sz="10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556A703-E28C-DACD-660C-29E528F5E519}"/>
              </a:ext>
            </a:extLst>
          </p:cNvPr>
          <p:cNvSpPr txBox="1"/>
          <p:nvPr/>
        </p:nvSpPr>
        <p:spPr>
          <a:xfrm>
            <a:off x="2399660" y="4109807"/>
            <a:ext cx="1140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000" dirty="0" err="1"/>
              <a:t>existencias</a:t>
            </a:r>
            <a:endParaRPr lang="es-ES" sz="1000" dirty="0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26695DA7-0C7D-CE25-18EF-8040E309AC54}"/>
              </a:ext>
            </a:extLst>
          </p:cNvPr>
          <p:cNvCxnSpPr>
            <a:cxnSpLocks/>
          </p:cNvCxnSpPr>
          <p:nvPr/>
        </p:nvCxnSpPr>
        <p:spPr>
          <a:xfrm flipV="1">
            <a:off x="1882562" y="4316949"/>
            <a:ext cx="624023" cy="2327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93</Words>
  <Application>Microsoft Office PowerPoint</Application>
  <PresentationFormat>Panorámica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22</cp:revision>
  <dcterms:created xsi:type="dcterms:W3CDTF">2026-10-20T16:43:21Z</dcterms:created>
  <dcterms:modified xsi:type="dcterms:W3CDTF">2026-10-20T17:38:39Z</dcterms:modified>
</cp:coreProperties>
</file>